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70" r:id="rId7"/>
    <p:sldId id="271" r:id="rId8"/>
    <p:sldId id="262" r:id="rId9"/>
    <p:sldId id="263" r:id="rId10"/>
    <p:sldId id="269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0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600" y="1524000"/>
            <a:ext cx="7772400" cy="6888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1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5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0</Words>
  <Application>Microsoft Office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2006-08-16T00:00:00Z</dcterms:created>
  <dcterms:modified xsi:type="dcterms:W3CDTF">2026-06-12T05:14:28Z</dcterms:modified>
</cp:coreProperties>
</file>